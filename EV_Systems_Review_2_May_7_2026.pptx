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EV Systems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8DCFC"/>
                </a:solidFill>
              </a:defRPr>
            </a:pPr>
            <a:r>
              <a:t>Second Review — May 7, 2026</a:t>
            </a:r>
            <a:br/>
            <a:r>
              <a:t>Upgraded Projects &amp; Progress</a:t>
            </a:r>
            <a:br/>
            <a:r>
              <a:t>Review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Review Period: April 16 – May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Duration &amp;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Intensive development phase focused on project upgrades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Transitioned from basic prototypes to production-grade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Both projects renamed and evolved into full-fledged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Code testing, debugging, and integration 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Key Milestones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Project 1 renamed: EV Battery Telemetry System (enhanced from SOC Indicator)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Project 2 renamed: Cell Balancing &amp; SOH Estimation System (enhanced from EV Dashboard)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Data logging, CSV export, and visualization features added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Comprehensive testing on multiple battery chemistry profiles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Project 1: EV Battery Telemetry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Real-time battery monitoring with multi-chemistry support (NMC, LFP, NCA, LMO)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Advanced SOC calculation with polynomial OCV curves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State of Health (SOH) estimation based on capacity fade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Voltage, current, temperature, and aging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Core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Live arc gauges showing battery status with real-time needle positioning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Color-coded status badges (CRITICAL, LOW, GOOD, OPTIMAL)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Automatic CSV data logging with timestamp and parameter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Database of 4 battery chemistry profiles with physics-based parameters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Project 1: Telemetry System Features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Data Analysis &amp;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SOC history graph – displays battery discharge curve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Capacity fade tracking – visual representation of aging progression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Thevenin equivalent circuit modeling for accurate terminal voltage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Multi-parameter alerts for voltage, temperature, and resistance anomalies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Battery Chemistry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NMC (Li-ion NMC): 40–54V range, 200–300 Wh/kg, 1,200–2,800 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LFP (Lithium Iron Phosphate): 42–58.4V range, 120–200 Wh/kg, 2,000–6,000 cycles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NCA (Nickel Cobalt Aluminum): 40–54.6V range, 250–320 Wh/kg, 500–1,500 cycles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LMO (Lithium Manganese Oxide): 40–54V range, practical automotive 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Project 2: Cell Balancing &amp; SOH Estimation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System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Simulates cell balancing algorithms for multi-cell battery packs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Estimates battery State of Health (SOH) based on capacity fade and resistance 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Models the physical behavior of active balancing in real battery management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Predicts remaining useful life (RUL) using polynomial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Advanced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Thevenin equivalent circuit for each battery cell with RC dynamics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Coulomb counting for accurate SOC tracking during charge/discharge cycles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Capacity fade model: SOH = 100% × (1 - k × cycle^β)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Resistance aging model with temperature-dependent Arrhenius factors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Project 2: Cell Balancing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Active Balancing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Monitors individual cell voltages in 4S (series)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Triggers balancing resistor when voltage difference exceeds 20mV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Dissipates excess energy from higher-voltage cells (22Ω balancing resistor)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Continuous monitoring during simulation to keep cells within ±10mV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SOH Estimation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Capacity fade tracking: degradation follows k×cycle^β power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Resistance-based SOH: monitors internal resistance increase over cycles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Multi-parameter assessment combining capacity and resistance indicators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End-of-life (EOL) threshold set at 80% SOH per industry standards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Project 2: Visualization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Real-Time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Individual cell voltage monitoring with live updates every 10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Pack-level SOC, SOH, and internal temperature displays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Balancing current visualization showing active energy redistribution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Multi-cycle simulation (up to 500 cycles) with time compression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Data Export &amp;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CSV export of all cell voltages, currents, temperatures per 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Cumulative degradation tracking and trend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ML-based RUL prediction using polynomial regression on SOH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Arrhenius temperature acceleration factor for realistic aging rates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Project 1: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Python 3 + Tkinter GUI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Matplotlib for real-time graphing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53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CSV logging for data persistence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5798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OCV polynomial 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5059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Thevenin circuit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4 chemistry database profiles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9144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Project 2: Cell Balancing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280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NumPy arrays for cell state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5727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Matplotlib gridspec for multi-panel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8653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CSV export for cycle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5798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Threading for real-time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5059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Advanced battery cell modeling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7432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RUL prediction with scipy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Testing &amp; Validation (Apr 16 - May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Project 1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10+ manual test cases across all battery chemistries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Edge case validation: boundary voltages at 20% and 50% SOC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CSV logging verified with timestamp and calculation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Graph rendering tested for discharge curve smoothness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Project 2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Multi-cycle simulation tested for 100, 250, and 500 complete 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Cell balancing verified: voltage deviation stayed within ±15mV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SOH estimation validated against theoretical capacity fade curves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RUL prediction accuracy checked with historical cycle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Challenges Faced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Technical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Thevenin model convergence at extreme SOC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Real-time graph rendering lag with 500-cycle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53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CSV file locking during concurrent read/write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5798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Temperature-dependent resistance calculation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9144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Solutions 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Added SOC clipping (0.01–0.99) and exponential smoothing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5727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Optimized matplotlib update frequency to 100ms refresh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653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Implemented queue-based file I/O with thread-safe locks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15798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2828"/>
                </a:solidFill>
              </a:defRPr>
            </a:pPr>
            <a:r>
              <a:t>• Integrated Arrhenius equation with lookup tables for efficiency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Current Status &amp;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What Is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Project 1 (Telemetry): All core features + data logging + visualization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Project 2 (Cell Balancing): All physics + balancing + SOH estimation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Comprehensive CSV export for both projects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User-friendly Tkinter GUI with real-time updates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Project reports finalized and submitted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Known Issues &amp; Fixes in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Minor: Occasional graph jitter at 500 cycle boundary (targeted fix for final review)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Minor: CSV headers need Unicode normalization for Excel compatibility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Planned: Additional noise filtering for noisy sensor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Final Review Preparation (May 8 – 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Final Presentation Scheduled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Second Review: May 8, 2026 – Live demonstration of both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Final Presentation: May 14, 2026 – Complete project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Code testing &amp; bug fixes on approved execution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Documentation finalization and student feedback incorporation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Enhancements for Final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Additional test case documentation showing real-world battery behavior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Performance benchmarks (execution time, memory usage)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Detailed technical report with circuit diagrams and algorithms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Video walkthrough of both projects for reference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Key Learnings from This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Battery Management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Deep understanding of SOC estimation algorithms used in production BMS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How capacity fade follows predictable mathematical models (power law)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Importance of cell balancing in extending pack lifetime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Real-world temperature effects on battery aging and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Building robust multi-threaded applications with real-time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Effective data visualization for complex scientific simulations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Importance of comprehensive testing before production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82828"/>
                </a:solidFill>
              </a:defRPr>
            </a:pPr>
            <a:r>
              <a:t>• How physics-based modeling improves software reliability and accuracy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8DCFC"/>
                </a:solidFill>
              </a:defRPr>
            </a:pPr>
            <a:r>
              <a:t>Second Review — May 7, 2026</a:t>
            </a:r>
            <a:br/>
            <a:r>
              <a:t>Department of Electrical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