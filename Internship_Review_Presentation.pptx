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72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4962"/>
            <a:ext cx="54864" cy="2926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496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Systems Internship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Review — April 2026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486400" cy="36576"/>
          </a:xfrm>
          <a:prstGeom prst="rect">
            <a:avLst/>
          </a:prstGeom>
          <a:solidFill>
            <a:srgbClr val="8CA0C0"/>
          </a:solidFill>
          <a:ln w="12700">
            <a:solidFill>
              <a:srgbClr val="8CA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Embedded Systems  |  EV Battery Monitoring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Electronics Engineering  |  2025 – 2026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0" y="4229338"/>
            <a:ext cx="19202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422933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466069-849F-F85B-D5AD-3E7CE57093C4}"/>
              </a:ext>
            </a:extLst>
          </p:cNvPr>
          <p:cNvSpPr txBox="1"/>
          <p:nvPr/>
        </p:nvSpPr>
        <p:spPr>
          <a:xfrm>
            <a:off x="676812" y="2748002"/>
            <a:ext cx="5747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Vamsi Krishna | 4UB22EE020 | 8</a:t>
            </a:r>
            <a:r>
              <a:rPr lang="en-US" sz="20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Semester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050" name="Image 1">
            <a:extLst>
              <a:ext uri="{FF2B5EF4-FFF2-40B4-BE49-F238E27FC236}">
                <a16:creationId xmlns:a16="http://schemas.microsoft.com/office/drawing/2014/main" id="{7B3FBD4B-A51D-F276-7FF8-18EEF4ECF0B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2" y="76509"/>
            <a:ext cx="960359" cy="93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 2">
            <a:extLst>
              <a:ext uri="{FF2B5EF4-FFF2-40B4-BE49-F238E27FC236}">
                <a16:creationId xmlns:a16="http://schemas.microsoft.com/office/drawing/2014/main" id="{011DE0D9-A59D-FFB9-70C8-65BC77D816B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640" y="86741"/>
            <a:ext cx="1117600" cy="91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29744432-1900-59EF-3F5E-56EDC040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46" y="2249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2F0CED-C37A-FB36-B74A-C30133FA9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312" y="227235"/>
            <a:ext cx="5830350" cy="106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2" tIns="4761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University B D T College of Engineering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(A Constituent college of Visvesvaraya Technological University, Belagavi)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Davanagere - 577004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014"/>
            <a:ext cx="2743200" cy="20130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Academy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Internship Program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906585"/>
            <a:ext cx="27432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May 2026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(Ongoing)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2469662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457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Battery Monitoring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Simulation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" y="3771901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combined structured online learning sessions with hands-on software project development in EV systems.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Learning &amp; Training  (February 2026)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daily sessions with EV Academy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led by industry mentors with hands-on demos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both hardware concepts and software tools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practical simulations using Arduino and MATLAB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0" y="914400"/>
            <a:ext cx="448056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914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214884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463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Technology &amp; Chemistry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214884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41732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1463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Systems (BMS)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2240280"/>
            <a:ext cx="214884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434840" y="224028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Parallel Pack Design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2240280"/>
            <a:ext cx="214884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24028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2860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&amp; BLDC Motors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40" y="3063240"/>
            <a:ext cx="214884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06324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Electronics &amp; Inverters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75120" y="3063240"/>
            <a:ext cx="214884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06324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Selection &amp; CC-CV Method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4840" y="3886200"/>
            <a:ext cx="214884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88620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3931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&amp; Arduino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75120" y="3886200"/>
            <a:ext cx="214884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3886200"/>
            <a:ext cx="54864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3931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PWM, ADC &amp; Sensor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Team Formation &amp; Project Selection  (March 1–16)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48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097280"/>
            <a:ext cx="914400" cy="9144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463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project group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Tactical Thinkers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team roles clearly.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0" y="2377440"/>
            <a:ext cx="164592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60120"/>
            <a:ext cx="2011680" cy="348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097280"/>
            <a:ext cx="914400" cy="9144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Research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24912" y="2697480"/>
            <a:ext cx="1463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788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project list from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provided documents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feasibility of options.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62272" y="2377440"/>
            <a:ext cx="164592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960120"/>
            <a:ext cx="2011680" cy="348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75504" y="1097280"/>
            <a:ext cx="914400" cy="9144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18304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901184" y="2697480"/>
            <a:ext cx="1463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788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solution approaches</a:t>
            </a:r>
            <a:endParaRPr lang="en-US" sz="15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on EV Battery Monitoring</a:t>
            </a:r>
            <a:endParaRPr lang="en-US" sz="15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our core focus area.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38544" y="2377440"/>
            <a:ext cx="164592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960120"/>
            <a:ext cx="2011680" cy="348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51776" y="1097280"/>
            <a:ext cx="914400" cy="9144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51776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94576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Finalization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077456" y="2697480"/>
            <a:ext cx="1463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2788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Battery SOC Indicator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 Dashboard as projects</a:t>
            </a:r>
            <a:endParaRPr lang="en-US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official project title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" y="45339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titles were drawn from the officially provided EV project list documents given during internship.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Battery State of Charge (SOC) Indicator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battery voltage as input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calculates SOC using linear mapping formula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as percentage with colored progress bar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coded status: Green (Safe), Yellow (Low), Red (Critical)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message guides user on what action to take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handled with clear error messages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using Python and Tkinter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Formula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(%) = [ (V - V_min) / (V_max - V_min) ] x 100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V_min = 40.0 V  (0% SOC)       V_max = 54.0 V  (100% SOC)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834640"/>
            <a:ext cx="42062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Thresholds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00600" y="3364992"/>
            <a:ext cx="8686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3649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above 50%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3877056"/>
            <a:ext cx="8686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877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between 20% and 50%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4389120"/>
            <a:ext cx="86868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389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below 20%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EV Dashboard GUI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70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8580" cy="170307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Gauge Display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3749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real-time arc gauges for Speed, Battery, and Temperature. Needle position calculated using trigonometry (cos &amp; sin).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1703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68580" cy="17030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Simulation Mode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92040" y="1399032"/>
            <a:ext cx="3749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08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live driving behavior. Speed drifts randomly, battery depletes gradually, temperature rises with speed.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72415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24150"/>
            <a:ext cx="73152" cy="1920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03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Alerts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3173730"/>
            <a:ext cx="3749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59875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three parameters simultaneously. Battery below 20%, temperature above 50°C, and speed above 100 km/h trigger alerts.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702111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20340"/>
            <a:ext cx="73152" cy="1920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72835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Panel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92040" y="3166501"/>
            <a:ext cx="3749040" cy="27432"/>
          </a:xfrm>
          <a:prstGeom prst="rect">
            <a:avLst/>
          </a:prstGeom>
          <a:solidFill>
            <a:srgbClr val="C8DCF8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78183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estimated range, power draw, efficiency rating, and current drive mode calculated from live values.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69620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Indicator — Test Cases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054889"/>
              </p:ext>
            </p:extLst>
          </p:nvPr>
        </p:nvGraphicFramePr>
        <p:xfrm>
          <a:off x="274320" y="1234440"/>
          <a:ext cx="4114800" cy="32430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34.3%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(capped)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"abc"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shown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 V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shown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234440"/>
            <a:ext cx="4114800" cy="40233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344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    SOC         Status      Result</a:t>
            </a:r>
            <a:endParaRPr lang="en-US" sz="2000" dirty="0"/>
          </a:p>
        </p:txBody>
      </p:sp>
      <p:sp>
        <p:nvSpPr>
          <p:cNvPr id="5" name="Text 5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Dashboard — Key Observations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32588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manual test combinations all passed correctly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gauges filled and needle positioned accurately for all values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 changed color correctly at all threshold boundaries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alerts appeared simultaneously when test case 8 was run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simulation ran for 2 minutes with no freezing or lag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hitting zero correctly forced speed to zero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cooled down after speed dropped to zero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button correctly restored all default values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ran without errors across all test sessions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Complete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789722"/>
            <a:ext cx="3932702" cy="2602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Indicator core logic complete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Dashboard with all three gauges working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simulation mode tested and verified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working for all three conditions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 cases documented and all passed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 reports drafted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diary maintained from February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54864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Gauge Math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Tkinter's coordinate system maps to angles required careful study of trigonometry and manual diagram tracing before it clicked.</a:t>
            </a:r>
            <a:endParaRPr lang="en-US" sz="1050" b="1" dirty="0">
              <a:solidFill>
                <a:srgbClr val="00206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0308" y="2377440"/>
            <a:ext cx="54864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Bug Fix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kept rising even after battery hit zero. Fixed by adding a specific check so temperature cools down when speed drops to zero.</a:t>
            </a:r>
            <a:endParaRPr lang="en-US" sz="1050" b="1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0308" y="3202940"/>
            <a:ext cx="54864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at 47V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of exactly 47V gives exactly 50% SOC which sits right on the threshold. Documented clearly to avoid confusion during evaluation</a:t>
            </a: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7420" y="4114800"/>
            <a:ext cx="54864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4251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program does not crash on text inputs or negative values required proper try-except handling around the calculation function.</a:t>
            </a:r>
            <a:endParaRPr lang="en-US" sz="105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Upgrades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20624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to 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SOC calculation gets saved to a CSV file automatically with timestamp, voltage, and SOC value. Creates a historical record of battery readings.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420624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History Graph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screen that reads the logged CSV and plots a line graph showing how SOC changed over multiple readings. Visualizes battery discharge pattern.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20624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Summary Popup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simulation stops a popup shows total estimated distance covered, average speed, battery consumed, and peak temperature recorded during the trip.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20624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|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 Graph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live graph drawn below the dashboard that shows temperature change over the last 20 simulation ticks using Tkinter Canvas lines.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47960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These upgrades will make both simulations closer to real-world EV monitoring systems and will be demonstrated in Review 2.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from This Internship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7552" y="9601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battery SOC is calculated in real BMS systems and why threshold values like 20% and 50% are chosen based on lithium-ion cell safety.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11430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81888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2392" y="9601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series and parallel cell connections affect voltage and capacity, and how to design a battery pack for a specific voltage requirement.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5146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87552" y="23317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BLDC motors use Hall sensors and MOSFET switching to maintain rotation and how regenerative braking works in reverse.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25146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22392" y="23317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arc gauges in real EV dashboards are implemented using trigonometry and how color coding communicates system status instantly.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8862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87552" y="37033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input validation and edge case testing are as important as building the main feature when developing reliable software systems.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388620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22392" y="37033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software project from problem statement through design, implementation, testing, and documentation in report form.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Review — April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Department of Electrical Engineering  |  2025 –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1146</Words>
  <Application>Microsoft Office PowerPoint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Systems Internship - Review 1</dc:title>
  <dc:subject>PptxGenJS Presentation</dc:subject>
  <dc:creator>PptxGenJS</dc:creator>
  <cp:lastModifiedBy>K VAMSI KRISHNA</cp:lastModifiedBy>
  <cp:revision>36</cp:revision>
  <dcterms:created xsi:type="dcterms:W3CDTF">2026-04-12T18:52:55Z</dcterms:created>
  <dcterms:modified xsi:type="dcterms:W3CDTF">2026-04-14T20:26:16Z</dcterms:modified>
</cp:coreProperties>
</file>